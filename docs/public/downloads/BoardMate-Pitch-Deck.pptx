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657600" cy="3657600"/>
          </a:xfrm>
          <a:prstGeom prst="ellipse">
            <a:avLst/>
          </a:prstGeom>
          <a:solidFill>
            <a:srgbClr val="24306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FIRST AI BOARD EXAMINER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BoardMate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smarter. Show up brilliant.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 AI Teacher for every SSC &amp; HSC student in Bangladesh — mock exams, vision-graded feedback, and an adaptive study plan built around board-exam rubrics.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9144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INVESTMENT DECK  ·  2026  ·  boardmate-ai.vercel.app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exams decide futures.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doesn’t scale.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sit SSC &amp; HSC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exams every year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21488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1:60+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80560" y="32004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student-to-teacher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at exam time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21488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83880" y="32004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pass rate in 2025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lack the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 close the gap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centers grade weekly mock tests by hand — slow, inconsistent, and expensive at scale.
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a mark, not a reason — “wrong answer,” not which step or concept broke down.
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board-standard tutoring is out of reach for the vast majority of families.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super AI teacher, on demand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gives every student the always-available examiner, tutor, and planner that only the best-resourced students get today.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boardmate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22962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13055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mock exams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2807208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&amp; Creative Questions by chapter, difficulty, or past board paper.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2148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boardmate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81" y="22962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10912" y="213055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Vision-powered grading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297680" y="2807208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of handwritten answers, read and marked like a board examiner.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2148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boardmate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121" y="229624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59952" y="213055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 gap analysis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046720" y="2807208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the exact step or concept that cost the mark.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389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boardmate/icons/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536521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1872" y="43708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ELI5 tutor chatbot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548640" y="5047488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hard topics in Bangla &amp; English, in plain language.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297680" y="4389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boardmate/icons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81" y="4536521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10912" y="43708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study planner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297680" y="5047488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plan that reallocates time to weak chapters automatically.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8046720" y="4389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boardmate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4121" y="4536521"/>
            <a:ext cx="272125" cy="2721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59952" y="43708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Curriculum-grounded RAG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8046720" y="5047488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and rubric is grounded in NCTB textbooks — no hallucination.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photo to feedback in seconds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built to read messy Bangla &amp; English handwriting and grade it the way a real board examiner would.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263380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76148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boardmate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93979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578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31520" y="400507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photographs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answer sheet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63240" y="34290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19272" y="246888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263380"/>
          </a:solidFill>
          <a:ln/>
        </p:spPr>
      </p:sp>
      <p:sp>
        <p:nvSpPr>
          <p:cNvPr id="13" name="Shape 10"/>
          <p:cNvSpPr/>
          <p:nvPr/>
        </p:nvSpPr>
        <p:spPr>
          <a:xfrm>
            <a:off x="4233672" y="276148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/home/claude/boardmate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93979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578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56432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502152" y="400507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vision model transcribes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Bangla/English text, equations,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diagrams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33872" y="34290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089904" y="246888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263380"/>
          </a:solidFill>
          <a:ln/>
        </p:spPr>
      </p:sp>
      <p:sp>
        <p:nvSpPr>
          <p:cNvPr id="20" name="Shape 16"/>
          <p:cNvSpPr/>
          <p:nvPr/>
        </p:nvSpPr>
        <p:spPr>
          <a:xfrm>
            <a:off x="7004304" y="276148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2" descr="/home/claude/boardmate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2" y="293979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99632" y="2578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27064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272784" y="400507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NCTB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&amp; rubrics stored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Supabase vector database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604504" y="34290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8860536" y="246888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263380"/>
          </a:solidFill>
          <a:ln/>
        </p:spPr>
      </p:sp>
      <p:sp>
        <p:nvSpPr>
          <p:cNvPr id="27" name="Shape 22"/>
          <p:cNvSpPr/>
          <p:nvPr/>
        </p:nvSpPr>
        <p:spPr>
          <a:xfrm>
            <a:off x="9774936" y="276148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3" descr="/home/claude/boardmate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244" y="2939796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970264" y="2578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997696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&amp; explain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9043416" y="400507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score plus the exact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concept that lost marks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daily momentum, not one-off cramming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4434840"/>
          </a:xfrm>
          <a:prstGeom prst="roundRect">
            <a:avLst>
              <a:gd name="adj" fmla="val 1649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calm, single workspace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343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momentum score, updated after every session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Board-prediction estimate based on real performance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understanding heatmap across chapters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AI-surfaced “quick win” patterns — the 3 fixes worth
  doing today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into mock exams, grading, or the tutor chat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06440" y="169164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evening, Afsana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prediction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7220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8% this week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49640" y="2514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263380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MOMENTUM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7782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77824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from yesterday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2633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Newton's laws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4416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 · Chapter 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498348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5102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 a pattern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5349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quick wins in Physics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58521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product experience — live demo at boardmate-ai.vercel.app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lean stack, built to ship web-first and scale to mobile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boardmat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041" y="24067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 + Shadcn/Tailwind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Phase 1 web app;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&amp; Dart for the native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iOS/Android app in Phase 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54680" y="36576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55848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/>
        </p:spPr>
      </p:sp>
      <p:sp>
        <p:nvSpPr>
          <p:cNvPr id="11" name="Shape 8"/>
          <p:cNvSpPr/>
          <p:nvPr/>
        </p:nvSpPr>
        <p:spPr>
          <a:xfrm>
            <a:off x="4338828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boardmat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249" y="24067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orchestration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38728" y="352044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automates the pipeline: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image → route to OCR/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→ query vector DB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LLM → return structured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61888" y="36576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63056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14603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boardmate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457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0216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backend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45936" y="352044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for auth, relational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and pgvector-based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of NCTB curriculum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769096" y="36576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970264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/>
        </p:spPr>
      </p:sp>
      <p:sp>
        <p:nvSpPr>
          <p:cNvPr id="23" name="Shape 18"/>
          <p:cNvSpPr/>
          <p:nvPr/>
        </p:nvSpPr>
        <p:spPr>
          <a:xfrm>
            <a:off x="9953244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boardmate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665" y="240670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07424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153144" y="352044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Python services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extraction and vector-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logic triggered by n8n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RAG grounding in official NCTB textbooks and board test papers keeps grading and tutoring accurate — preventing the AI hallucination that would break trust with students and coaching centers.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dual engine: B2B revenue, B2C volume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boardmat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3033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· Coaching centers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 DRIVER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306324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outbound to coaching center owners &amp; directors across major cities
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a white-label teaching assistant for weekly mock tests
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manual grading labor while giving parents richer analytics
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calling + appointment setting drives the initial pilot pipeline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178308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F7F9FC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21488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boardmate/icons/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614" y="23033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B2C · Freemium app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13232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DRIVER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55080" y="306324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3 mock tests and basic assessments per month
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subscription: unlimited grading, adaptive planner,
  and deep parental analytics
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Direct-to-student acquisition builds the funnel B2B pilots
  can point families toward
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revenue, low marginal cost per student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national exam system, sat by millions every year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26338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~1.93M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appeared for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exams in 2025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9659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263380"/>
          </a:solidFill>
          <a:ln/>
        </p:spPr>
      </p:sp>
      <p:sp>
        <p:nvSpPr>
          <p:cNvPr id="8" name="Text 6"/>
          <p:cNvSpPr/>
          <p:nvPr/>
        </p:nvSpPr>
        <p:spPr>
          <a:xfrm>
            <a:off x="3538728" y="2194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~1.25M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38728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appeared for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HSC exams in 2025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9659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263380"/>
          </a:solidFill>
          <a:ln/>
        </p:spPr>
      </p:sp>
      <p:sp>
        <p:nvSpPr>
          <p:cNvPr id="11" name="Text 9"/>
          <p:cNvSpPr/>
          <p:nvPr/>
        </p:nvSpPr>
        <p:spPr>
          <a:xfrm>
            <a:off x="6345936" y="2194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45936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boards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nationwide, one shared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NCTB curriculum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19659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263380"/>
          </a:solidFill>
          <a:ln/>
        </p:spPr>
      </p:sp>
      <p:sp>
        <p:nvSpPr>
          <p:cNvPr id="14" name="Text 12"/>
          <p:cNvSpPr/>
          <p:nvPr/>
        </p:nvSpPr>
        <p:spPr>
          <a:xfrm>
            <a:off x="9153144" y="2194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29,000+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53144" y="3017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colleges feeding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SSC/HSC pipeline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annual exam cohort: every one of these students studies for 2–3 years leading up to their boards — and every coaching center serving them needs a faster way to grade and track progress.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white-label model also opens a path to Madrasah and Technical boards, and — longer term — comparable exam systems across South Asia.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2025 SSC/HSC board results reporting (Inter-Education Board Coordination Committee).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investor demo to mobile launch in 20 weeks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seed funding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Next.js/Shadcn web demo, build the investor pitch around SSC/HSC TAM, secure capital &amp; cloud credits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5394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55848" y="19659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2194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38728" y="2514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&amp; MVP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8728" y="3337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&amp; embed Physics, Chemistry, Math, English; set up Supabase schemas; wire n8n to the vision models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76088" y="5394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63056" y="19659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2194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45936" y="2514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beta &amp; B2B pilot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45936" y="3337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web app; onboard 2–3 coaching centers; calibrate grading against real, messy handwriting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83296" y="5394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70264" y="19659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/>
        </p:spPr>
      </p:sp>
      <p:sp>
        <p:nvSpPr>
          <p:cNvPr id="20" name="Text 18"/>
          <p:cNvSpPr/>
          <p:nvPr/>
        </p:nvSpPr>
        <p:spPr>
          <a:xfrm>
            <a:off x="9153144" y="2194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13–20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53144" y="2514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&amp; scaling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53144" y="3337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Flutter app on existing Supabase/n8n backend; launch B2C premium; expand into Humanities &amp; Commerce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890504" y="5394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NOW, WHY 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is curriculum grounding and distribution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boardmat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20866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01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not generic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77840" y="1938528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rubrics and tutoring are pinned to NCTB textbooks and Panjeree/Punjabee papers, not open-ended LLM guesswork — the accuracy bar a board examiner sets.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8152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claude/boardmate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3247949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063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distribution first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577840" y="3099816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centers already own the weekly grading workload and the trust of parents — selling through them is faster than winning students one by one.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24281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boardmate/icons/cap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409237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2245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Vision-first for handwriting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577840" y="4261104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OCR/vision pipeline for Bangla &amp; English handwritten answers — the exact bottleneck generic ed-tech tools skip.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404104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/home/claude/boardmat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5570525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3858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funnel underneath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577840" y="5422392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B2C app captures the long tail of students outside any coaching center, and upsells premium once the habit sticks.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a seed round to fund Phases 1–3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takes BoardMate from investor demo through a live B2B pilot with real coaching centers and real student handwriting.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26338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boardmate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7534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91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&amp; RAG buildout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and embedding NCTB textbooks and past board papers for Physics, Chemistry, Math &amp; English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33672" y="233172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263380"/>
          </a:solidFill>
          <a:ln/>
        </p:spPr>
      </p:sp>
      <p:sp>
        <p:nvSpPr>
          <p:cNvPr id="11" name="Shape 8"/>
          <p:cNvSpPr/>
          <p:nvPr/>
        </p:nvSpPr>
        <p:spPr>
          <a:xfrm>
            <a:off x="4507992" y="26060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boardmat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393" y="27534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3291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Cloud, API &amp; infrastructure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62272" y="3794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Vision/OCR API usage, Supabase hosting, and n8n workflow infrastructure through the beta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18704" y="233172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263380"/>
          </a:solidFill>
          <a:ln/>
        </p:spPr>
      </p:sp>
      <p:sp>
        <p:nvSpPr>
          <p:cNvPr id="16" name="Shape 12"/>
          <p:cNvSpPr/>
          <p:nvPr/>
        </p:nvSpPr>
        <p:spPr>
          <a:xfrm>
            <a:off x="8193024" y="26060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boardmate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425" y="275344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47304" y="3291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pilot &amp; sales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147304" y="3794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to coaching centers, onboarding support, and the first white-label pilots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5029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size and terms to be confirmed with lead investor.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286000"/>
            <a:ext cx="5486400" cy="5486400"/>
          </a:xfrm>
          <a:prstGeom prst="ellipse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give every student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board examiner in their pocket.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live experience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023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boardmate-ai.vercel.app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BoardMate AI · Built for Bangladesh's next generation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2026-08-02T17:49:53Z</dcterms:created>
  <dcterms:modified xsi:type="dcterms:W3CDTF">2026-08-02T17:49:53Z</dcterms:modified>
</cp:coreProperties>
</file>